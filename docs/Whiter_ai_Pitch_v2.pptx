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after the stat. Let it land. Then: 'We built something about that.'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boxes = who, pain, why nothing fixes it. Land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solution statement slowly. Then let the three boxes sink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 = total addressable. SAM = who we can realistically sell to. SOM = year 1 target. Keep it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walkthrough of the 3 steps, then land the 3 packages. Don't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MOMENT — start Whiter.ai BEFORE stepping up. Replace text above with real ?board= URL. Pause 5 seconds after showing it. Say nothing. Let the room open it on their phones.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slowly. Pause on 'Just conversation.' Then smile. Done. No ask, no begging — let them come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59752" y="-914400"/>
            <a:ext cx="6400800" cy="8686800"/>
          </a:xfrm>
          <a:prstGeom prst="rect">
            <a:avLst/>
          </a:prstGeom>
          <a:solidFill>
            <a:srgbClr val="0C0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78BFA"/>
                </a:solidFill>
                <a:latin typeface="Calibri"/>
              </a:rPr>
              <a:t>Did you know…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9144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your audience forgets
70% of what you just said
within 24 hours?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Not because they weren't paying attention.
Because nothing kept them there.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190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22232"/>
                </a:solidFill>
                <a:latin typeface="Calibri"/>
              </a:rPr>
              <a:t>Whiter.ai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03045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2194560" cy="310896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Today, professionals who present live
struggle to keep their audience engaged
because their slides are built before
the conversation happens.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840480"/>
            <a:ext cx="3474720" cy="18288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977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alibri"/>
              </a:rPr>
              <a:t>WHO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7939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Corporate teams, SMEs
&amp; live speakers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6460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Anyone who presents live without a design team behind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3840480"/>
            <a:ext cx="3474720" cy="18288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3977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B7185"/>
                </a:solidFill>
                <a:latin typeface="Calibri"/>
              </a:rPr>
              <a:t>THE PAIN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427939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Hours of prep.
Zero retention.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486460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Slides built in advance disconnect from the live conversation. Audiences switch off.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7576" y="3840480"/>
            <a:ext cx="3474720" cy="18288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3977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Calibri"/>
              </a:rPr>
              <a:t>WHY SOLUTIONS 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427939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PowerPoint is for
design, not delivery.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486460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AI notetakers arrive post-meeting. Nothing generates visuals live, as you speak.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64190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22232"/>
                </a:solidFill>
                <a:latin typeface="Calibri"/>
              </a:rPr>
              <a:t>Whiter.ai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190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03045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2194560" cy="310896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-457200" y="2194560"/>
            <a:ext cx="13103352" cy="2560320"/>
          </a:xfrm>
          <a:prstGeom prst="rect">
            <a:avLst/>
          </a:prstGeom>
          <a:solidFill>
            <a:srgbClr val="0D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94A3B8"/>
                </a:solidFill>
                <a:latin typeface="Calibri"/>
              </a:rPr>
              <a:t>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6366F1"/>
                </a:solidFill>
                <a:latin typeface="Calibri"/>
              </a:rPr>
              <a:t>Whiter.ai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The AI-powered whiteboard that listens to your speech and generates
synchronized visual slides for every attendee — in real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  <a:latin typeface="Calibri"/>
              </a:rPr>
              <a:t>No prep.    No design.    No disconnect.    Just speak.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572000"/>
            <a:ext cx="3474720" cy="128016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Real-time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Slides appear as you speak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39" y="4572000"/>
            <a:ext cx="3474720" cy="128016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19" y="4663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Any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5074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Audience joins via URL — no install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8" y="4572000"/>
            <a:ext cx="3474720" cy="128016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8" y="4663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Any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8" y="5074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8 languages 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912" y="64190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22232"/>
                </a:solidFill>
                <a:latin typeface="Calibri"/>
              </a:rPr>
              <a:t>Whiter.ai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03045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2194560" cy="310896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A $30B market
stuck in 1987.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PowerPoint launched in 1987. Nothing has changed the live presentation experience since.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474720"/>
            <a:ext cx="3474720" cy="82296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  <a:latin typeface="Calibri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5478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$30B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56616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Global presentation &amp; meeting productivity software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389120"/>
            <a:ext cx="3108960" cy="82296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480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alibri"/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4622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$8B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480560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Professionals who present live regularly
(corporate, SME, speakers)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5303520"/>
            <a:ext cx="2743200" cy="82296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5394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Calibri"/>
              </a:rP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3766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€1M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3949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Year 1 — European beachhead:
SME sales teams, consultants &amp; independent speakers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912" y="64190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22232"/>
                </a:solidFill>
                <a:latin typeface="Calibri"/>
              </a:rPr>
              <a:t>Whiter.ai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03045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2194560" cy="310896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5029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Set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Choose your language, visual theme, and give the AI a quick briefing on the session.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5029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Speak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346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Whiter.ai transcribes in real time. AI extracts key insights and generates slides instantly.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840480"/>
            <a:ext cx="5029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490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749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1148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Audience opens a URL — slides appear on every screen as you talk. QR summary at the 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005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Three plans. Every use case.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600200"/>
            <a:ext cx="1554480" cy="384048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7830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Speaker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194560"/>
            <a:ext cx="12801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For coaches, trainers
&amp; independent speakers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600200"/>
            <a:ext cx="1554480" cy="384048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7830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SME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194560"/>
            <a:ext cx="12801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For small teams
&amp; founders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0" y="1600200"/>
            <a:ext cx="1554480" cy="384048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17830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2194560"/>
            <a:ext cx="12801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Custom branding,
integrations &amp;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2" y="64190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22232"/>
                </a:solidFill>
                <a:latin typeface="Calibri"/>
              </a:rPr>
              <a:t>Whiter.ai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190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03045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457200"/>
            <a:ext cx="8229600" cy="5943600"/>
          </a:xfrm>
          <a:prstGeom prst="rect">
            <a:avLst/>
          </a:prstGeom>
          <a:solidFill>
            <a:srgbClr val="0C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78BFA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This is running right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26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Open the URL on screen. Watch what happens as I keep talking.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749039"/>
            <a:ext cx="4846320" cy="109728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3840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⬤  Live session 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1605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78BFA"/>
                </a:solidFill>
                <a:latin typeface="Calibri"/>
              </a:rPr>
              <a:t>← paste board URL here before going on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190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22232"/>
                </a:solidFill>
                <a:latin typeface="Calibri"/>
              </a:rPr>
              <a:t>Whiter.ai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03045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0" y="2011680"/>
            <a:ext cx="13103352" cy="2834640"/>
          </a:xfrm>
          <a:prstGeom prst="rect">
            <a:avLst/>
          </a:prstGeom>
          <a:solidFill>
            <a:srgbClr val="0D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The future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has no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6366F1"/>
                </a:solidFill>
                <a:latin typeface="Calibri"/>
              </a:rPr>
              <a:t>Just conversation.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94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whiter.ai — try it, join the waitlist, or talk to us after this.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663440"/>
            <a:ext cx="4114800" cy="82296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736592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Built in 48 hours at ESMT Berlin Sustainability Bootcamp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190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22232"/>
                </a:solidFill>
                <a:latin typeface="Calibri"/>
              </a:rPr>
              <a:t>Whiter.ai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03045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