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(Gautier) — Start Whiter.ai session BEFORE stepping up. Put board URL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— Emphasise the last card. 'If you've been that person on a Sunday night, this is for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— Keep it fast, you're setting up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— Replace URL with real board URL before going on stage. PAUSE 5 seconds after showing it. Say nothing. Let the room open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— Land the '1987' line hard. PowerPoint launched in 1987.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— 'Free gets them in. Pro pays the bills. Team is where the margin lives.'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5 — 'We built this in 48 hours. Imagine what 90 days with real users looks like.'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 — say your name and one sentence about what you contributed.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GAUTIER — Close it. Pause on 'no deck. Just conversation.' Then smile.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2" y="-914400"/>
            <a:ext cx="5486400" cy="54864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✦  ESMT SUSTAINABILITY BOOTCAMP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The whiteboard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6366F1"/>
                </a:solidFill>
                <a:latin typeface="Calibri"/>
              </a:rPr>
              <a:t>writes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Speak freely. Whiter.ai listens and instantly generates
synchronized, contextual slides from your words — in real time,
on every screen in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⬤  Live demo running during this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Slides were never the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366F1"/>
                </a:solidFill>
                <a:latin typeface="Calibri"/>
              </a:rPr>
              <a:t>Yet they eat all the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88920"/>
            <a:ext cx="3474720" cy="25603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Calibri"/>
              </a:rPr>
              <a:t>TIME WASTED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2.5×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Hours spent building a deck for every 1 hour spent presenting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788920"/>
            <a:ext cx="3474720" cy="25603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alibri"/>
              </a:rPr>
              <a:t>DISCONNECT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Dead on arrival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7490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 static deck is outdated the moment you open your mouth. Words and slides are never in sync.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6" y="2788920"/>
            <a:ext cx="3474720" cy="25603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ACC15"/>
                </a:solidFill>
                <a:latin typeface="Calibri"/>
              </a:rPr>
              <a:t>NO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Solo founders &amp; SMEs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37490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No design team, no agency. The person with the best ideas spends Sunday nights on PowerPoint.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Speak. AI listens.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366F1"/>
                </a:solidFill>
                <a:latin typeface="Calibri"/>
              </a:rPr>
              <a:t>Slides appear.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8892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743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You speak — we transcribe in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9067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Deepgram nova-2 captures your speech with sub-200ms latency. Every word, every language.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88620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8404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840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AI extracts what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8795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Groq + Llama 3.1 understands context, not just keywords. It surfaces metrics, decisions, insights — and discards filler.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8348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377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937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Slides push to every screen instantly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28523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Audience opens a URL. No app, no install. Cards appear synchronized with your speech — on any device in the room.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914400"/>
            <a:ext cx="7315200" cy="5486400"/>
          </a:xfrm>
          <a:prstGeom prst="rect">
            <a:avLst/>
          </a:prstGeom>
          <a:solidFill>
            <a:srgbClr val="0E0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This is running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366F1"/>
                </a:solidFill>
                <a:latin typeface="Calibri"/>
              </a:rPr>
              <a:t>right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Open the URL below on your phone.
Watch what happens as we keep talking.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657600"/>
            <a:ext cx="5760720" cy="14630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7490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⬤  Live session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14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78BFA"/>
                </a:solidFill>
                <a:latin typeface="Calibri"/>
              </a:rPr>
              <a:t>whiter.ai/?board=&lt;replace-with-live-url&gt;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72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← paste real URL here before presenting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 $50B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366F1"/>
                </a:solidFill>
                <a:latin typeface="Calibri"/>
              </a:rPr>
              <a:t>frozen in 1987.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88920"/>
            <a:ext cx="3474720" cy="2286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366F1"/>
                </a:solidFill>
                <a:latin typeface="Calibri"/>
              </a:rPr>
              <a:t>300M+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Knowledge workers who present regularly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2788920"/>
            <a:ext cx="3474720" cy="2286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971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366F1"/>
                </a:solidFill>
                <a:latin typeface="Calibri"/>
              </a:rPr>
              <a:t>$50B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3794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Presentation software market — dominated by PowerPoint, unchanged since 1987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7576" y="2788920"/>
            <a:ext cx="3474720" cy="2286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2971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366F1"/>
                </a:solidFill>
                <a:latin typeface="Calibri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37947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SME founders, consultants, coaches — solo presenters with no slide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Beachhead → SME sales teams &amp; consultants  ·  Expand → enterprise meeting rooms  ·  Platform → real-time knowledge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SaaS.  Simple pricing.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03120"/>
            <a:ext cx="3474720" cy="34747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€0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5 sessions /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76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Audience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1538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Session export (HTML)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2103120"/>
            <a:ext cx="3474720" cy="347472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PRO 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06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366F1"/>
                </a:solidFill>
                <a:latin typeface="Calibri"/>
              </a:rPr>
              <a:t>€29/mo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337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Unlimited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776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Custom branding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1538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8 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654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PDF / HTML export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2103120"/>
            <a:ext cx="3474720" cy="34747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286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606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€99/mo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33375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Up to 10 seats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7764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Shared 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421538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Analytics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465429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API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Built 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366F1"/>
                </a:solidFill>
                <a:latin typeface="Calibri"/>
              </a:rPr>
              <a:t>Already working.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51760"/>
            <a:ext cx="5303520" cy="32918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alibri"/>
              </a:rPr>
              <a:t>WHAT WE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Live transcription (Deepgram nova-2)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393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AI slide generation (Groq / Llama 3.1)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7822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Real-time audience board (URL sharing)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1713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Session export (HTML download)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560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8 languages + demo fallback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Landing page + waitlist —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2651760"/>
            <a:ext cx="5303520" cy="32918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Calibri"/>
              </a:rPr>
              <a:t>NEXT 90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200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10 pilot customers (consultants / coaches)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6393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Custom branding + team 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7822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Mobile-optimised audience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51713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→  First €1K 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Five builders.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366F1"/>
                </a:solidFill>
                <a:latin typeface="Calibri"/>
              </a:rPr>
              <a:t>One shared obsession.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2011680" cy="21945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2926080"/>
            <a:ext cx="82296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Gautier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Product &amp; 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98648" y="2743200"/>
            <a:ext cx="2011680" cy="21945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2926080"/>
            <a:ext cx="82296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9260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Teammate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Add 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1496" y="2743200"/>
            <a:ext cx="2011680" cy="21945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05856" y="2926080"/>
            <a:ext cx="82296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856" y="29260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Teammate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Add role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24344" y="2743200"/>
            <a:ext cx="2011680" cy="21945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18704" y="2926080"/>
            <a:ext cx="82296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29260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4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Teammate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4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Add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37192" y="2743200"/>
            <a:ext cx="2011680" cy="21945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31552" y="2926080"/>
            <a:ext cx="82296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31552" y="29260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Teammate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Add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Built at ESMT Berlin Sustainability Bootcamp · March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7315200" cy="8229600"/>
          </a:xfrm>
          <a:prstGeom prst="rect">
            <a:avLst/>
          </a:prstGeom>
          <a:solidFill>
            <a:srgbClr val="0C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1645920" cy="292608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A78BFA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"The future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has no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6366F1"/>
                </a:solidFill>
                <a:latin typeface="Calibri"/>
              </a:rPr>
              <a:t>Just conversation."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We're looking for early pilot partners and people who present for a living.
If that's you — talk to us after this.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800600"/>
            <a:ext cx="2743200" cy="91440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Calibri"/>
              </a:rPr>
              <a:t>WE WANT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38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10 pilot users by April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4800600"/>
            <a:ext cx="2743200" cy="91440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4846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Calibri"/>
              </a:rPr>
              <a:t>TRY IT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5138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whiter.ai — waitlist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52535"/>
                </a:solidFill>
                <a:latin typeface="Calibri"/>
              </a:rPr>
              <a:t>Whiter.ai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